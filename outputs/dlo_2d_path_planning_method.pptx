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Path Representation and Intermediate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544068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Shape representation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DLO is discretized into N = 21 nodes.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Each 2D shape is represented as X_j in R^(21 x 2).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Given initial shape X_0 and target shape X_g.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024128"/>
            <a:ext cx="534924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Planned path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X_0 -&gt; X_1 -&gt; ... -&gt; X_M -&gt; X_g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Full planned path: X_path in R^(K x 21 x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8920"/>
            <a:ext cx="544068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Linear reference initialization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R_j = (1 - alpha_j) X_0 + alpha_j X_g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alpha_j = j / (K - 1)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788920"/>
            <a:ext cx="534924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Optimization role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The interpolation is only a reference.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Final path is obtained by optimizing intermediate shapes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under length and bending constraints.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4919472"/>
          <a:ext cx="92354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480"/>
                <a:gridCol w="3078480"/>
                <a:gridCol w="3078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ptos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Aptos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Aptos"/>
                        </a:rPr>
                        <a:t>Dimension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X_j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2D DLO shape at path index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21 x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Intermediate-shape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965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Main objective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J_shape = w_ref J_ref + w_len J_len + w_bend J_bend + w_time J_time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J_ref = sum_j ||X_j - R_j||^2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J_len = sum_j sum_i (||p_(i+1)^j - p_i^j|| - Delta s)^2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J_bend = sum_j ||D_2 X_j||^2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J_time = sum_j ||X_(j+1) - X_j||^2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8" y="3154680"/>
          <a:ext cx="4983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ptos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Aptos"/>
                        </a:rPr>
                        <a:t>Dimension / Definition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X_j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R^(21 x 2)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D_1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R^(20 x 21)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D_2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R^(19 x 21)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Delta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L / (N - 1)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0" y="2999232"/>
            <a:ext cx="5440680" cy="2514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Implementation logic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1. Initialize X_path by linear interpolation.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2. Smooth intermediate shapes.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3. Penalize bending using D_2.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4. Resample each shape by arc length.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5. Keep X_0 and X_g fixed.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6. Output planned_shapes.shape = (K, 21, 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Three-force Inverse Actuation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Transition target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For each transition: X_j -&gt; X_(j+1)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delta q_j = vec(X_(j+1) - X_j) in R^42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u_j = [s_1, s_2, s_3, F_x1, F_y1, F_x2, F_y2, F_x3, F_y3]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Force spacing: |s_a - s_b| &gt;= 0.01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06040"/>
            <a:ext cx="6720840" cy="2148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Force mapping and stiffness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F_node = A(s) f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K delta q = A(s) f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K = EA(D_1^T D_1) kron I_2 + EI(D_2^T D_2) kron I_2 + epsilon I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Given force positions s: B(s) = K^-1 A(s)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f* = (B^T B + lambda I)^-1 B^T delta q_j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71231" y="2651760"/>
          <a:ext cx="397763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20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ptos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Aptos"/>
                        </a:rPr>
                        <a:t>Dimension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delta q_j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R^42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R^(42 x 42)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A(s)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R^(42 x 6)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pto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Aptos"/>
                        </a:rPr>
                        <a:t>R^6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71231" y="4251960"/>
            <a:ext cx="3977639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latin typeface="Aptos"/>
              </a:rPr>
              <a:t>Final outputs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planned_shapes.npy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force_actions.csv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length_error.csv</a:t>
            </a:r>
          </a:p>
          <a:p>
            <a:pPr>
              <a:spcAft>
                <a:spcPts val="300"/>
              </a:spcAft>
            </a:pPr>
            <a:r>
              <a:rPr sz="1700" b="0">
                <a:latin typeface="Aptos"/>
              </a:rPr>
              <a:t>bending_energy.csv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